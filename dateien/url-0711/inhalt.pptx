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dachgeschossausbauduesseldorf/barrierefreier-dachgeschossausbau-din-18040-duesseldorf/"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https://holzundhaus.github.io/dachgeschossausbauduesseldorf/barrierefreier-dachgeschossausbau-din-18040-duesseldorf/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